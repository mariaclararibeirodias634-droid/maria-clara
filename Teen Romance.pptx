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96" y="1008"/>
      </p:cViewPr>
      <p:guideLst>
        <p:guide orient="horz" pos="206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E74B5D-2BF4-9258-00B5-50C35CADE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31B34F-4AD9-FB8E-ABAB-4E7B35AA7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AFD053-8175-48DA-1B25-25BFE2545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39E8-C421-4A44-939B-0A98B06E5CA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11227B-4E40-045C-CF6E-F8FE3010F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42952A-6259-1890-D2B4-51E442BC9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E3D7-7B90-4365-82A5-780448C24C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235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67473-79AF-A556-4DF8-495837BDE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DA9925-7FB3-17D6-07BA-AB112C604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400492-4773-7B8D-35DD-775353FD4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39E8-C421-4A44-939B-0A98B06E5CA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90E8D1-F934-71F6-B254-191F0B8A3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6DDD7A-532A-DB74-D877-46DDAE4A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E3D7-7B90-4365-82A5-780448C24C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8920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B0435-99F8-2C65-D453-EC0C21DF4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254359-6A05-5D7B-EFCC-1E816CE09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DAD137-891E-6663-125C-4AC8FEBEC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39E8-C421-4A44-939B-0A98B06E5CA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8B4844-9626-A9A1-38E1-6870592A1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8ACE53-F2D0-F536-85D0-07243E44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E3D7-7B90-4365-82A5-780448C24C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5714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EDF97-8B55-2862-FEDC-23B58B442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E82027-BD1E-B7AE-DE37-6718DC3757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C31329-446D-E228-5756-601DA5ECA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217224-B6E2-454A-5BC8-E73F9B489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39E8-C421-4A44-939B-0A98B06E5CA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90BF54-FCCB-5CAC-FB6F-E605C1CEB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30412F-0CDD-3F94-542C-B7E0EE8D8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E3D7-7B90-4365-82A5-780448C24C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2882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B2301-FFC7-A5C2-B0F3-FADDD2CCC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6EC413-B9B9-3CD6-0DFF-EC2581EA1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0F302F-D83C-4A50-B54C-59A29D685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7226170-151A-FDE8-92CA-EA0A6E008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35301C4-4C71-8992-F58D-8A18887C9D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9CF2ADD-6433-5CEC-4FB4-475A5475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39E8-C421-4A44-939B-0A98B06E5CA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AB87262-4F42-A5CA-5A8A-A088991D1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9A4E4F0-0A5C-F09F-78B1-B6F2190A1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E3D7-7B90-4365-82A5-780448C24C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72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1F550C-D514-D0AC-6688-917CB126B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2D7D548-4DDF-33C8-4A56-A3DC31FCF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39E8-C421-4A44-939B-0A98B06E5CA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B73073F-D894-81C9-158C-DC800EB68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10753C7-7AA2-6D89-1CDB-57CBA1910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E3D7-7B90-4365-82A5-780448C24C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9597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6ADFA30-509C-2C01-B6FC-91251DF6F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39E8-C421-4A44-939B-0A98B06E5CA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34378DE-BE3A-CD9B-0852-6AEE02BB1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D77895-FE24-4646-E1CD-644EC52EF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E3D7-7B90-4365-82A5-780448C24C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305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31290-5810-BC3B-1937-C05B951E6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EA3078-FC1F-AB7D-934B-20D73CAF5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33EB759-AD4A-AC5E-A70F-0BE10C0B5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CEED35-B5A4-A603-9A68-C3735019F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39E8-C421-4A44-939B-0A98B06E5CA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170542-0A41-7596-714F-57FB87B7B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53A0BE-ED00-D21E-8460-FC77EDAA7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E3D7-7B90-4365-82A5-780448C24C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941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15B79-B58B-29B6-C9AA-D06DB696F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9F4199F-6007-9F7C-B05A-AACC01ED50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BFDAB8-AB46-46F1-7C0E-5FC5B6A7D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A2F946-5330-BFBE-8BB5-C27A4FF2E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39E8-C421-4A44-939B-0A98B06E5CA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01789B3-6424-118C-1918-C01F4227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33F3E4-E3FD-09DE-D6F1-BAFB528D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E3D7-7B90-4365-82A5-780448C24C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2292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28624B-F400-FB14-79A9-D89CF23FC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0D3DDC-FE22-258B-15D4-1BA3DDF8A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B6A285-144D-BE5C-DB7B-72FA8C389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39E8-C421-4A44-939B-0A98B06E5CA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28ADA7-992D-0DCF-5355-38FD1CA3E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5949C4-07B5-E37D-9167-41C91E7B6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E3D7-7B90-4365-82A5-780448C24C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3456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E72429E-D2AD-D9A2-2985-1204DB3F8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5607792-692A-DC18-3895-04B5B47A1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F0F797-C31A-CA0F-3520-7FEF5FCAB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639E8-C421-4A44-939B-0A98B06E5CA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0856B3-75A8-B19C-9E69-4A16BBCD0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A26000-6257-BCBD-12DB-F607A5B15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E3D7-7B90-4365-82A5-780448C24C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6744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FB223D3-EB54-EC62-652B-749C53031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0FAC97-94A3-271F-15B8-184C86D41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5F6D4B-3472-A73E-24DB-F318E1513C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639E8-C421-4A44-939B-0A98B06E5CA7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229F83-989D-24F3-ACD0-991BAC53A1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F37D40-C89B-86BC-FB41-409874FF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9E3D7-7B90-4365-82A5-780448C24C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9139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F5904B-152D-A436-4015-7FDB6C072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46292"/>
            <a:ext cx="12953999" cy="965416"/>
          </a:xfrm>
        </p:spPr>
        <p:txBody>
          <a:bodyPr/>
          <a:lstStyle/>
          <a:p>
            <a:r>
              <a:rPr lang="pt-BR" dirty="0">
                <a:solidFill>
                  <a:srgbClr val="FF3399"/>
                </a:solidFill>
              </a:rPr>
              <a:t>Teen Romance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1BB7F4-B64E-0151-AB6A-3CC7F9063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899160" y="3843128"/>
            <a:ext cx="13715999" cy="758206"/>
          </a:xfrm>
        </p:spPr>
        <p:txBody>
          <a:bodyPr>
            <a:normAutofit/>
          </a:bodyPr>
          <a:lstStyle/>
          <a:p>
            <a:r>
              <a:rPr lang="pt-BR" sz="2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LIL PEEP</a:t>
            </a:r>
          </a:p>
        </p:txBody>
      </p:sp>
      <p:pic>
        <p:nvPicPr>
          <p:cNvPr id="5" name="Lil Peep &amp; Lederrick - teen romance (Official Audio) - Lil Peep (128k)">
            <a:hlinkClick r:id="" action="ppaction://media"/>
            <a:extLst>
              <a:ext uri="{FF2B5EF4-FFF2-40B4-BE49-F238E27FC236}">
                <a16:creationId xmlns:a16="http://schemas.microsoft.com/office/drawing/2014/main" id="{44DFAD73-2470-19AF-0720-32A3D852BD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835954" y="35084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796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921"/>
    </mc:Choice>
    <mc:Fallback>
      <p:transition spd="slow" advTm="309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53030" numSld="999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2" grpId="0"/>
    </p:bldLst>
  </p:timing>
  <p:extLst>
    <p:ext uri="{E180D4A7-C9FB-4DFB-919C-405C955672EB}">
      <p14:showEvtLst xmlns:p14="http://schemas.microsoft.com/office/powerpoint/2010/main">
        <p14:playEvt time="0" objId="5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FA008D-36A4-3EEB-0BE9-63EBA765F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06324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3399"/>
                </a:solidFill>
                <a:latin typeface="+mn-lt"/>
              </a:rPr>
              <a:t>I met her by chance</a:t>
            </a:r>
            <a:endParaRPr lang="pt-BR" dirty="0">
              <a:solidFill>
                <a:srgbClr val="FF3399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42678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76"/>
    </mc:Choice>
    <mc:Fallback>
      <p:transition spd="slow" advTm="32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7000" b="-3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5252F2-38DF-D968-FBB8-F63C3695E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1126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I said, "I really like your pants"</a:t>
            </a:r>
            <a:endParaRPr lang="pt-BR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153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59"/>
    </mc:Choice>
    <mc:Fallback>
      <p:transition spd="slow" advTm="42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0EE798-3645-8D81-493A-079B0D705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1AB57B-79B1-CBC9-B16B-49FF2993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85140"/>
            <a:ext cx="12192000" cy="1325563"/>
          </a:xfrm>
        </p:spPr>
        <p:txBody>
          <a:bodyPr/>
          <a:lstStyle/>
          <a:p>
            <a:r>
              <a:rPr lang="en-US" dirty="0">
                <a:solidFill>
                  <a:srgbClr val="FF3399"/>
                </a:solidFill>
              </a:rPr>
              <a:t>I know you got a man</a:t>
            </a:r>
            <a:br>
              <a:rPr lang="en-US" dirty="0">
                <a:solidFill>
                  <a:srgbClr val="FF3399"/>
                </a:solidFill>
              </a:rPr>
            </a:br>
            <a:r>
              <a:rPr lang="en-US" dirty="0">
                <a:solidFill>
                  <a:srgbClr val="FF3399"/>
                </a:solidFill>
              </a:rPr>
              <a:t>Gimme your hand (fuck it)</a:t>
            </a:r>
            <a:endParaRPr lang="pt-BR" dirty="0">
              <a:solidFill>
                <a:srgbClr val="FF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158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15"/>
    </mc:Choice>
    <mc:Fallback>
      <p:transition spd="slow" advTm="96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EDE69-8703-64EC-0CAE-D6AA668E4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6385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Teen romance, gimme this dance</a:t>
            </a:r>
            <a:endParaRPr lang="pt-BR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973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77"/>
    </mc:Choice>
    <mc:Fallback>
      <p:transition spd="slow" advTm="70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A58587-70AB-2EE5-3867-1A8BA5365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3243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Yeah, I took a Xan (yeah)</a:t>
            </a:r>
            <a:b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</a:b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I hope you understand (she don't)</a:t>
            </a:r>
            <a:endParaRPr lang="pt-BR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615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512"/>
    </mc:Choice>
    <mc:Fallback>
      <p:transition spd="slow" advTm="105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8000" b="-6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DEB33-EA1F-F754-59CC-846793E9C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32437"/>
            <a:ext cx="1012698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3399"/>
                </a:solidFill>
              </a:rPr>
              <a:t>Let me guide you to a place where no one hurts you</a:t>
            </a:r>
            <a:endParaRPr lang="pt-BR" dirty="0">
              <a:solidFill>
                <a:srgbClr val="FF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060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447"/>
    </mc:Choice>
    <mc:Fallback>
      <p:transition spd="slow" advTm="124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1000" b="-5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99915-9985-B6CB-B64D-04C14890E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3243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You are safe here with me (with me, with me)</a:t>
            </a:r>
            <a:endParaRPr lang="pt-BR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7729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849"/>
    </mc:Choice>
    <mc:Fallback>
      <p:transition spd="slow" advTm="118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7850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772"/>
    </mc:Choice>
    <mc:Fallback>
      <p:transition spd="slow" advTm="12772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82</Words>
  <Application>Microsoft Office PowerPoint</Application>
  <PresentationFormat>Widescreen</PresentationFormat>
  <Paragraphs>9</Paragraphs>
  <Slides>9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do Office</vt:lpstr>
      <vt:lpstr>Teen Romance</vt:lpstr>
      <vt:lpstr>I met her by chance</vt:lpstr>
      <vt:lpstr>I said, "I really like your pants"</vt:lpstr>
      <vt:lpstr>I know you got a man Gimme your hand (fuck it)</vt:lpstr>
      <vt:lpstr>Teen romance, gimme this dance</vt:lpstr>
      <vt:lpstr>Yeah, I took a Xan (yeah) I hope you understand (she don't)</vt:lpstr>
      <vt:lpstr>Let me guide you to a place where no one hurts you</vt:lpstr>
      <vt:lpstr>You are safe here with me (with me, with me)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Usuário Local</dc:creator>
  <cp:lastModifiedBy>Usuário Local</cp:lastModifiedBy>
  <cp:revision>3</cp:revision>
  <dcterms:created xsi:type="dcterms:W3CDTF">2026-04-08T17:38:10Z</dcterms:created>
  <dcterms:modified xsi:type="dcterms:W3CDTF">2026-04-08T19:54:10Z</dcterms:modified>
</cp:coreProperties>
</file>